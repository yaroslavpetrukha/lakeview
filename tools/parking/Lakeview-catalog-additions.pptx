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8288000" cy="10287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0" y="6390132"/>
            <a:ext cx="13335000" cy="158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b="1">
                <a:solidFill>
                  <a:srgbClr val="FFFFFF"/>
                </a:solidFill>
                <a:latin typeface="Montserrat"/>
              </a:rPr>
              <a:t>ЖК LAKEVIEW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0" y="7771638"/>
            <a:ext cx="13335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C1F33D"/>
                </a:solidFill>
                <a:latin typeface="Montserrat Medium"/>
              </a:rPr>
              <a:t>Каталог планувань · 07.2026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8851392"/>
            <a:ext cx="142875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6D9DE"/>
                </a:solidFill>
                <a:latin typeface="Montserrat Medium"/>
              </a:rPr>
              <a:t>вул. Володимира Великого, 2а, Львів · +38 096 990 03 90 · lakeview.com.ua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-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58600" y="4204335"/>
            <a:ext cx="62865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50" b="1">
                <a:solidFill>
                  <a:srgbClr val="FFFFFF"/>
                </a:solidFill>
                <a:latin typeface="Montserrat"/>
              </a:rPr>
              <a:t>ПІДЗЕМНИЙ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5013960"/>
            <a:ext cx="62865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50" b="1">
                <a:solidFill>
                  <a:srgbClr val="FFFFFF"/>
                </a:solidFill>
                <a:latin typeface="Montserrat"/>
              </a:rPr>
              <a:t>ПАРКІНГ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-level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ПІДЗЕМНИЙ ПАРКІНГ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РІВЕНЬ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−2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МАШИНО-
МІСЦЬ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НУМЕРАЦІЯ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№1–74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ВСЬОГО В ПАРКІНГУ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С1–С4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Усі розміри — метричні, наведені в міліметрах. Розміри та площі машиномісць є проєктними; фактичні можуть незначно відрізнятися за результатами технічної інвентаризації. Креслення виконано не в масштабі та має ілюстративний характер. Це зображення не є публічною офертою і не є частиною договору. Забудовник залишає за собою право вносити зміни до проєктних рішень, нумерації та конфігурації машиномісць. Актуальну інформацію та наявність машиномісць уточнюйте у відділі продажу: +38 096 990 03 90.   © ПП «ДІК "Вигода +"», ЄДРПОУ 44876801.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07.2026 · ред. 01 · аркуш 1 з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-leve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ПІДЗЕМНИЙ ПАРКІНГ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РІВЕНЬ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−1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МАШИНО-
МІСЦЬ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НУМЕРАЦІЯ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№75–138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ВСЬОГО В ПАРКІНГУ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С1–С4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Усі розміри — метричні, наведені в міліметрах. Розміри та площі машиномісць є проєктними; фактичні можуть незначно відрізнятися за результатами технічної інвентаризації. Креслення виконано не в масштабі та має ілюстративний характер. Це зображення не є публічною офертою і не є частиною договору. Забудовник залишає за собою право вносити зміни до проєктних рішень, нумерації та конфігурації машиномісць. Актуальну інформацію та наявність машиномісць уточнюйте у відділі продажу: +38 096 990 03 90.   © ПП «ДІК "Вигода +"», ЄДРПОУ 44876801.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07.2026 · ред. 01 · аркуш 2 з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