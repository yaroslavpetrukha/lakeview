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0" y="6151626"/>
            <a:ext cx="6667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spc="200">
                <a:solidFill>
                  <a:srgbClr val="C1F33D"/>
                </a:solidFill>
                <a:latin typeface="Montserrat Medium"/>
              </a:rPr>
              <a:t>ЖК LAKEVIEW · ЛЬВІВ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6390132"/>
            <a:ext cx="1485900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FFFFF"/>
                </a:solidFill>
                <a:latin typeface="Montserrat"/>
              </a:rPr>
              <a:t>КОМЕРЦІЙНІ ПРИМІЩЕННЯ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7771638"/>
            <a:ext cx="14287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C1F33D"/>
                </a:solidFill>
                <a:latin typeface="Montserrat Medium"/>
              </a:rPr>
              <a:t>27 приміщень на 1 і 2 поверхах · 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8851392"/>
            <a:ext cx="142875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6D9DE"/>
                </a:solidFill>
                <a:latin typeface="Montserrat Medium"/>
              </a:rPr>
              <a:t>вул. Володимира Великого, 2а, Львів · +38 096 990 03 90 · lakeview.com.ua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ЖК LAKEVIEW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СЕКЦІЙ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ПОВЕРХІВ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733794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до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АДРЕСА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В. Великого, 2а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ПАРКІНГ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138 місць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ЗДАЧА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КОМЕРЦІЯ В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ПРИМІЩЕНЬ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ПЛОЩІ, 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792468"/>
            <a:ext cx="44577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50" b="1">
                <a:solidFill>
                  <a:srgbClr val="C1F33D"/>
                </a:solidFill>
                <a:latin typeface="Montserrat"/>
              </a:rPr>
              <a:t>42,4–412,4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 і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3,6 і 4,05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ПЕРШІ ДВА ПОВЕРХИ
ЖИТЛОВОГО БУДИНКУ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ФОРМАТ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вбудована комерція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ЖИТЛОВІ ПОВЕРХИ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3–16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flag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ДУПЛЕКС №06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147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362194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412,4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РІВНІ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3,6 і 4,05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 з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mast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ПЕРШИЙ ПОВЕРХ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ПРИМІЩЕНЬ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5768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ПЛОЩІ БЕЗ
№06, 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797802"/>
            <a:ext cx="4457700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300" b="1">
                <a:solidFill>
                  <a:srgbClr val="C1F33D"/>
                </a:solidFill>
                <a:latin typeface="Montserrat"/>
              </a:rPr>
              <a:t>42,4–162,9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3,6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НОМЕРИ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№01–15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 з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mast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ДРУГИЙ ПОВЕРХ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ПРИМІЩЕНЬ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ПЛОЩІ, 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781800"/>
            <a:ext cx="44577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750" b="1">
                <a:solidFill>
                  <a:srgbClr val="C1F33D"/>
                </a:solidFill>
                <a:latin typeface="Montserrat"/>
              </a:rPr>
              <a:t>67,8–138,1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4,05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1, 3, 4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НОМЕРИ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№16–27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3 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УСІ ПРИМІЩЕННЯ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ПРИМІЩЕНЬ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894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Повний перелік станом на 08.2026.
План будь-якого приміщення надішлемо
на запит у відділі продажу.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ПОВ.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СЕКЦ.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ПЛОЩА,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ПОВ.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СЕКЦ.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0" y="1380744"/>
            <a:ext cx="152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E7682"/>
                </a:solidFill>
                <a:latin typeface="Montserrat Medium"/>
              </a:rPr>
              <a:t>ПЛОЩА, М²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125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150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42,4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150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68,3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125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150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79,6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8125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50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162,9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125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150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136,4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8125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150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412,4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8125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150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86,0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8125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150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80,8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8125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150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93,5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8125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150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58,9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8125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150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67,3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8125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150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89,1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50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8125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150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43,8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" y="8794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81250" y="8794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29000" y="8794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81500" y="8794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106,3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6750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7725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2500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77500" y="1860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114,2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6750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7725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2500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77500" y="2393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100,7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750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7725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2500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77500" y="2926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76,0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6750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7725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2500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77500" y="3460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120,5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6750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7725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2500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77500" y="3993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67,8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6750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7725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2500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77500" y="4527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138,1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6750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7725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2500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77500" y="5060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132,0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6750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7725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2500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77500" y="5593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105,4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6750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7725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2500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77500" y="61272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74,3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6750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7725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2500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77500" y="66606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121,4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6750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7725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2500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77500" y="71940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92,5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6750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7725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52500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77500" y="77274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83,2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6750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27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7725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2500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A515C"/>
                </a:solidFill>
                <a:latin typeface="Montserrat Medium"/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77500" y="8260842"/>
            <a:ext cx="152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3038"/>
                </a:solidFill>
                <a:latin typeface="Montserrat"/>
              </a:rPr>
              <a:t>131,6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typ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КОМПАКТ
до 60 м²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147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42,4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ПРИМІЩЕННЯ 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3,6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4 з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yp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СТАНДАРТ
60–105 м²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147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93,5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ПРИМІЩЕННЯ 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3,6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5 з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typ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ПРОСТІР
понад 105 м²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147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362194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162,9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ПРИМІЩЕННЯ 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3,6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6 з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typ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ДРУГИЙ ПОВЕРХ
стеля 4,05 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147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362194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132,0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ПРИМІЩЕННЯ 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4,05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7 з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develo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ЗАБУДОВНИК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БРЕНД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Вигода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ЮРОСОБА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ПП «ДІК "Вигода +"»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ЄДРПОУ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44876801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58600" y="4204335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НАЗВІТЬ НОМЕР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5013960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ПРИМІЩЕННЯ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98158"/>
            <a:ext cx="66675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0">
                <a:solidFill>
                  <a:srgbClr val="FFFFFF"/>
                </a:solidFill>
                <a:latin typeface="Montserrat Medium"/>
              </a:rPr>
              <a:t>Надішлемо план, актуальну ціну та умови оплати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7246620"/>
            <a:ext cx="6667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1F33D"/>
                </a:solidFill>
                <a:latin typeface="Montserrat"/>
              </a:rPr>
              <a:t>+38 096 990 03 90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7923276"/>
            <a:ext cx="6667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vygoda.sales@gmail.com · lakeview.com.ua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8323326"/>
            <a:ext cx="6667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Відділ продажу: вул. В. Великого, 4, каб. 406, Львів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