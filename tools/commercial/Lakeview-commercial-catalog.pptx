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8288000" cy="10287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6151626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spc="200">
                <a:solidFill>
                  <a:srgbClr val="C1F33D"/>
                </a:solidFill>
                <a:latin typeface="Montserrat Medium"/>
              </a:rPr>
              <a:t>ЖК LAKEVIEW · ЛЬВІВ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6390132"/>
            <a:ext cx="1485900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FFFFF"/>
                </a:solidFill>
                <a:latin typeface="Montserrat"/>
              </a:rPr>
              <a:t>КОМЕРЦІЙНІ ПРИМІЩЕННЯ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7771638"/>
            <a:ext cx="14287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>
                <a:solidFill>
                  <a:srgbClr val="C1F33D"/>
                </a:solidFill>
                <a:latin typeface="Montserrat Medium"/>
              </a:rPr>
              <a:t>Каталог планувань · 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8851392"/>
            <a:ext cx="142875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6D9DE"/>
                </a:solidFill>
                <a:latin typeface="Montserrat Medium"/>
              </a:rPr>
              <a:t>вул. Володимира Великого, 2а, Львів · +38 096 990 03 90 · lakeview.com.ua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ПЕРШИЙ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ПОВЕРХ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ПЕРШИЙ ПОВЕРХ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5768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ПЛОЩІ БЕЗ
№06,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97802"/>
            <a:ext cx="4457700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300" b="1">
                <a:solidFill>
                  <a:srgbClr val="C1F33D"/>
                </a:solidFill>
                <a:latin typeface="Montserrat"/>
              </a:rPr>
              <a:t>42,4–162,9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3,6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НОМЕРИ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№01–15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 з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42,4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 з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68,3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3 з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79,6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4 з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162,9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5 з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136,4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6 з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86,0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7 з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80,8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8 з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93,5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9 з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58,9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10 з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67,3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11 з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89,1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12 з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43,8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13 з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106,3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14 з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114,2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15 з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ДУПЛЕКС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412,4 М²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ДУПЛЕКС №06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412,4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3,6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РІВЕНЬ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16 з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ДУПЛЕКС №06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412,4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РІВЕНЬ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17 з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ДРУГИЙ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ПОВЕРХ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ДРУГИЙ ПОВЕРХ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ПРИМІЩЕНЬ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5768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ПЛОЩІ, М²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792468"/>
            <a:ext cx="445770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50" b="1">
                <a:solidFill>
                  <a:srgbClr val="C1F33D"/>
                </a:solidFill>
                <a:latin typeface="Montserrat"/>
              </a:rPr>
              <a:t>67,8–138,1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ВИСОТА СТЕЛІ,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4,05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1, 3, 4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НОМЕРИ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050" y="94472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№16–27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18 з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100,7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19 з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76,0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20 з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120,5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21 з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67,8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22 з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138,1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23 з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132,0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24 з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105,4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25 з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74,3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26 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121,4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27 з 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92,5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28 з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83,2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29 з 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73050" y="2671572"/>
            <a:ext cx="44577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spc="68">
                <a:solidFill>
                  <a:srgbClr val="FFFFFF"/>
                </a:solidFill>
                <a:latin typeface="Montserrat"/>
              </a:rPr>
              <a:t>ПРИМІЩЕННЯ №27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3050" y="5290947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ЗАГАЛЬНА
ПЛОЩА, 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73050" y="52955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131,6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3050" y="6653022"/>
            <a:ext cx="222885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550" b="0">
                <a:solidFill>
                  <a:srgbClr val="FFFFFF"/>
                </a:solidFill>
                <a:latin typeface="Montserrat Medium"/>
              </a:rPr>
              <a:t>ВИСОТА
СТЕЛІ,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73050" y="6667119"/>
            <a:ext cx="4457700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100" b="1">
                <a:solidFill>
                  <a:srgbClr val="C1F33D"/>
                </a:solidFill>
                <a:latin typeface="Montserrat"/>
              </a:rPr>
              <a:t>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ПОВЕРХ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73050" y="817092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СЕКЦІЯ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73050" y="8799576"/>
            <a:ext cx="44577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9344787"/>
            <a:ext cx="88392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Розміри наведені в міліметрах. Площі та габарити приміщень є проєктними; фактичні визначаються за результатами технічної інвентаризації. Креслення виконано не в масштабі та має ілюстративний характер. Матеріал є інформаційним, не є публічною офертою і не є частиною договору. Забудовник залишає за собою право вносити зміни до проєктних рішень, нумерації та конфігурації приміщень. Актуальну інформацію щодо наявності, площ і умов придбання уточнюйте у відділі продажу: +38 096 990 03 90.   © ПП «ДІК "Вигода +"», ЄДРПОУ 44876801.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175" y="9344787"/>
            <a:ext cx="2286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15C"/>
                </a:solidFill>
                <a:latin typeface="Montserrat Medium"/>
              </a:rPr>
              <a:t>08.2026 · ред. 01 · аркуш 30 з 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58600" y="4204335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ВІДДІЛ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5013960"/>
            <a:ext cx="62865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0" b="1">
                <a:solidFill>
                  <a:srgbClr val="FFFFFF"/>
                </a:solidFill>
                <a:latin typeface="Montserrat"/>
              </a:rPr>
              <a:t>ПРОДАЖУ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8600" y="6529197"/>
            <a:ext cx="666750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C1F33D"/>
                </a:solidFill>
                <a:latin typeface="Montserrat"/>
              </a:rPr>
              <a:t>+38 096 990 03 90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8600" y="7094601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вул. В. Великого, 4, каб. 406, Львів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0" y="7494651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vygoda.sales@gmail.com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7894701"/>
            <a:ext cx="6667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FFFFFF"/>
                </a:solidFill>
                <a:latin typeface="Montserrat Medium"/>
              </a:rPr>
              <a:t>lakeview.com.ua · @lakeviewlviv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8630412"/>
            <a:ext cx="6667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7AFBC"/>
                </a:solidFill>
                <a:latin typeface="Montserrat Medium"/>
              </a:rPr>
              <a:t>© ПП «ДІК "Вигода +"», ЄДРПОУ 44876801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